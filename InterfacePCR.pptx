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  <p:sldId id="256" r:id="rId3"/>
    <p:sldId id="257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85" r:id="rId14"/>
    <p:sldId id="293" r:id="rId15"/>
    <p:sldId id="294" r:id="rId16"/>
    <p:sldId id="295" r:id="rId17"/>
    <p:sldId id="270" r:id="rId18"/>
    <p:sldId id="271" r:id="rId19"/>
    <p:sldId id="272" r:id="rId20"/>
    <p:sldId id="273" r:id="rId21"/>
    <p:sldId id="274" r:id="rId22"/>
    <p:sldId id="277" r:id="rId23"/>
    <p:sldId id="276" r:id="rId24"/>
    <p:sldId id="278" r:id="rId25"/>
    <p:sldId id="279" r:id="rId26"/>
    <p:sldId id="280" r:id="rId27"/>
    <p:sldId id="281" r:id="rId28"/>
    <p:sldId id="286" r:id="rId29"/>
    <p:sldId id="287" r:id="rId30"/>
    <p:sldId id="288" r:id="rId31"/>
    <p:sldId id="289" r:id="rId32"/>
    <p:sldId id="290" r:id="rId33"/>
    <p:sldId id="291" r:id="rId34"/>
    <p:sldId id="282" r:id="rId35"/>
    <p:sldId id="283" r:id="rId36"/>
    <p:sldId id="284" r:id="rId37"/>
    <p:sldId id="275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>
        <p:scale>
          <a:sx n="75" d="100"/>
          <a:sy n="75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C188D-116D-4D6D-A247-BA1EF0BA84F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CEB8-2D2B-43DD-A6C3-C0400961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1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C188D-116D-4D6D-A247-BA1EF0BA84F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CEB8-2D2B-43DD-A6C3-C0400961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90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C188D-116D-4D6D-A247-BA1EF0BA84F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CEB8-2D2B-43DD-A6C3-C0400961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932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C188D-116D-4D6D-A247-BA1EF0BA84F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CEB8-2D2B-43DD-A6C3-C0400961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85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C188D-116D-4D6D-A247-BA1EF0BA84F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CEB8-2D2B-43DD-A6C3-C0400961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58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C188D-116D-4D6D-A247-BA1EF0BA84F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CEB8-2D2B-43DD-A6C3-C0400961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3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C188D-116D-4D6D-A247-BA1EF0BA84F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CEB8-2D2B-43DD-A6C3-C0400961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96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C188D-116D-4D6D-A247-BA1EF0BA84F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CEB8-2D2B-43DD-A6C3-C0400961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41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C188D-116D-4D6D-A247-BA1EF0BA84F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CEB8-2D2B-43DD-A6C3-C0400961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68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C188D-116D-4D6D-A247-BA1EF0BA84F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CEB8-2D2B-43DD-A6C3-C0400961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04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C188D-116D-4D6D-A247-BA1EF0BA84F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CEB8-2D2B-43DD-A6C3-C0400961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49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C188D-116D-4D6D-A247-BA1EF0BA84F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4CEB8-2D2B-43DD-A6C3-C0400961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0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27814" y="2967335"/>
            <a:ext cx="17363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MINT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76799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76288"/>
            <a:ext cx="12192000" cy="84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35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6763"/>
            <a:ext cx="12192000" cy="839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964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-771525"/>
            <a:ext cx="12182475" cy="84010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63" y="7787594"/>
            <a:ext cx="12192000" cy="938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742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-752475"/>
            <a:ext cx="12144375" cy="836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276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00"/>
            <a:ext cx="12192000" cy="838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803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6763"/>
            <a:ext cx="12192000" cy="839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298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-766763"/>
            <a:ext cx="12182475" cy="83915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62" y="3079750"/>
            <a:ext cx="12182475" cy="842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12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375" y="-479425"/>
            <a:ext cx="3829050" cy="79438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79625" y="-479425"/>
            <a:ext cx="12192000" cy="84201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15148" y="6341960"/>
            <a:ext cx="12192000" cy="839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3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8024812"/>
            <a:ext cx="12192000" cy="84105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81050"/>
            <a:ext cx="12192000" cy="842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16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" y="8488362"/>
            <a:ext cx="12192000" cy="8372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76288"/>
            <a:ext cx="12192000" cy="84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271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1050"/>
            <a:ext cx="12192000" cy="842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5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58884" y="2967335"/>
            <a:ext cx="18742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POND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68870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58884" y="2967335"/>
            <a:ext cx="18742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POND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" y="-628650"/>
            <a:ext cx="12182475" cy="842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703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71525"/>
            <a:ext cx="12192000" cy="840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65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95338"/>
            <a:ext cx="12192000" cy="844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591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76288"/>
            <a:ext cx="12192000" cy="84105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" y="-628650"/>
            <a:ext cx="12182475" cy="842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00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71525"/>
            <a:ext cx="12192000" cy="840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92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1050"/>
            <a:ext cx="12192000" cy="842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15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71525"/>
            <a:ext cx="12192000" cy="840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750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76288"/>
            <a:ext cx="12192000" cy="84105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3021012"/>
            <a:ext cx="12192000" cy="84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686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67650" y="2967335"/>
            <a:ext cx="10567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KIT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31427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5813"/>
            <a:ext cx="12192000" cy="842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8523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71525"/>
            <a:ext cx="12192000" cy="840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53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6763"/>
            <a:ext cx="12192000" cy="839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732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5813"/>
            <a:ext cx="12192000" cy="842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513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76288"/>
            <a:ext cx="12192000" cy="84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32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1050"/>
            <a:ext cx="12192000" cy="842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981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71525"/>
            <a:ext cx="12192000" cy="840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434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71525"/>
            <a:ext cx="12192000" cy="840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1779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90575"/>
            <a:ext cx="12192000" cy="843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5748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1050"/>
            <a:ext cx="12192000" cy="842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2298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76288"/>
            <a:ext cx="12192000" cy="84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8505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6763"/>
            <a:ext cx="12192000" cy="839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289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76288"/>
            <a:ext cx="12192000" cy="84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854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8695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003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</Words>
  <Application>Microsoft Office PowerPoint</Application>
  <PresentationFormat>Widescreen</PresentationFormat>
  <Paragraphs>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SDHRIS SYSTEM DEVELOPMENT CENTER</dc:creator>
  <cp:lastModifiedBy>SDHRIS SYSTEM DEVELOPMENT CENTER</cp:lastModifiedBy>
  <cp:revision>9</cp:revision>
  <dcterms:created xsi:type="dcterms:W3CDTF">2020-10-28T06:44:51Z</dcterms:created>
  <dcterms:modified xsi:type="dcterms:W3CDTF">2020-10-28T09:25:43Z</dcterms:modified>
</cp:coreProperties>
</file>